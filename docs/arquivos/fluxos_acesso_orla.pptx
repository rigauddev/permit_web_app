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E5F2F"/>
          </a:solidFill>
          <a:ln w="12700">
            <a:solidFill>
              <a:srgbClr val="0E5F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120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36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Turista — pessoa física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9509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7061"/>
                </a:solidFill>
              </a:rPr>
              <a:t>A solicitação só libera a entrada depois da aprovação da pousada/hotel e da validação do período.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Inicia cadastro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01952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75104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Turista + pessoa física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1568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Dados pessoais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CPF • e-mail único • senha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01184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74336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Seleciona pousada/hotel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e período da estadia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Cadastra veículo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placa • marca • modelo • cor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0416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73568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Solicita acesso à Orla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e compartilha link no WhatsApp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00032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5D6"/>
          </a:solidFill>
          <a:ln w="15240">
            <a:solidFill>
              <a:srgbClr val="B7791F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73184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Pousada/hotel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aprova a solicitação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899648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E5F4EA"/>
          </a:solidFill>
          <a:ln w="15240">
            <a:solidFill>
              <a:srgbClr val="0E5F2F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0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Fiscal valida QR/placa,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período e pousada na Orla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00200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090672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90288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89904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89520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089136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88752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00032" y="416052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5240">
            <a:solidFill>
              <a:srgbClr val="B3261E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73184" y="4224528"/>
            <a:ext cx="10424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Não aprovada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status recusado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29800" y="333756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261E"/>
                </a:solidFill>
              </a:rPr>
              <a:t>não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29800" y="3511296"/>
            <a:ext cx="310896" cy="493776"/>
          </a:xfrm>
          <a:prstGeom prst="downArrow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25328" y="3337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5F2F"/>
                </a:solidFill>
              </a:rPr>
              <a:t>sim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54498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2F"/>
                </a:solidFill>
              </a:rPr>
              <a:t>Resultado: acesso ativo apenas enquanto a estadia estiver vigente.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7061"/>
                </a:solidFill>
              </a:rPr>
              <a:t>SEMOP • Prefeitura de Valença • Fluxo do MVP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E5F2F"/>
          </a:solidFill>
          <a:ln w="12700">
            <a:solidFill>
              <a:srgbClr val="0E5F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120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36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Turista — pessoa jurídica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9509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7061"/>
                </a:solidFill>
              </a:rPr>
              <a:t>A solicitação só libera a entrada depois da aprovação da pousada/hotel e da validação do período.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Inicia cadastro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01952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75104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Turista + pessoa jurídica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1568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Razão social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CNPJ • telefone • e-mail único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01184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74336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Seleciona pousada/hotel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e período da estadia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Cadastra veículo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placa • marca • modelo • cor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0416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73568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Solicita acesso à Orla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e compartilha link no WhatsApp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00032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FFF5D6"/>
          </a:solidFill>
          <a:ln w="15240">
            <a:solidFill>
              <a:srgbClr val="B7791F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73184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Pousada/hotel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aprova a solicitação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899648" y="2212848"/>
            <a:ext cx="1188720" cy="950976"/>
          </a:xfrm>
          <a:prstGeom prst="roundRect">
            <a:avLst>
              <a:gd name="adj" fmla="val 7692"/>
            </a:avLst>
          </a:prstGeom>
          <a:solidFill>
            <a:srgbClr val="E5F4EA"/>
          </a:solidFill>
          <a:ln w="15240">
            <a:solidFill>
              <a:srgbClr val="0E5F2F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0" y="2276856"/>
            <a:ext cx="10424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Fiscal valida QR/placa,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período e pousada na Orla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00200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090672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90288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89904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89520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089136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88752" y="25328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00032" y="4160520"/>
            <a:ext cx="1188720" cy="713232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5240">
            <a:solidFill>
              <a:srgbClr val="B3261E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73184" y="4224528"/>
            <a:ext cx="10424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Não aprovada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status recusado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29800" y="333756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261E"/>
                </a:solidFill>
              </a:rPr>
              <a:t>não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29800" y="3511296"/>
            <a:ext cx="310896" cy="493776"/>
          </a:xfrm>
          <a:prstGeom prst="downArrow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25328" y="3337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5F2F"/>
                </a:solidFill>
              </a:rPr>
              <a:t>sim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54498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2F"/>
                </a:solidFill>
              </a:rPr>
              <a:t>Resultado: acesso ativo apenas enquanto a estadia estiver vigente.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7061"/>
                </a:solidFill>
              </a:rPr>
              <a:t>SEMOP • Prefeitura de Valença • Fluxo do MVP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E5F2F"/>
          </a:solidFill>
          <a:ln w="12700">
            <a:solidFill>
              <a:srgbClr val="0E5F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1206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36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Pousada/hotel — cadastro e aprovação de hóspede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9509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7061"/>
                </a:solidFill>
              </a:rPr>
              <a:t>A pousada pode aprovar a solicitação enviada pelo turista ou cadastrar diretamente o hóspede e seu veículo.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938528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Login da pousada/hotel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38528" y="211226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67712" y="187452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40864" y="1938528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Meus serviços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Hóspedes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03320" y="211226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41648" y="187452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5D6"/>
          </a:solidFill>
          <a:ln w="15240">
            <a:solidFill>
              <a:srgbClr val="B7791F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1938528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Escolhe a origem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do atendimento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340156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44952" y="3465576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Solicitação enviada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pelo turista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40156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88152" y="3465576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Cadastro feito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pela pousada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53712" y="2679192"/>
            <a:ext cx="310896" cy="512064"/>
          </a:xfrm>
          <a:prstGeom prst="downArrow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6667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73168" y="340156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465576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Confere hóspede,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veículo e período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9632" y="36667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37960" y="340156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5D6"/>
          </a:solidFill>
          <a:ln w="15240">
            <a:solidFill>
              <a:srgbClr val="B7791F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11112" y="3465576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Aprova ou recusa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o acesso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73568" y="36667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302752" y="340156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E5F4EA"/>
          </a:solidFill>
          <a:ln w="15240">
            <a:solidFill>
              <a:srgbClr val="0E5F2F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75904" y="3465576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Status aprovado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ou recusado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64808" y="2679192"/>
            <a:ext cx="310896" cy="512064"/>
          </a:xfrm>
          <a:prstGeom prst="downArrow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36667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479792" y="340156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126E82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52944" y="3465576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Informa hóspede,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9362A"/>
                </a:solidFill>
              </a:rPr>
              <a:t>veículo e período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15400" y="36667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5F2F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253728" y="3401568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E5F4EA"/>
          </a:solidFill>
          <a:ln w="15240">
            <a:solidFill>
              <a:srgbClr val="0E5F2F"/>
            </a:solidFill>
            <a:prstDash val="solid"/>
          </a:ln>
          <a:effectLst>
            <a:outerShdw sx="100000" sy="100000" kx="0" ky="0" algn="bl" rotWithShape="0" blurRad="12700" dist="50800" dir="2700000">
              <a:srgbClr val="AAB9AE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26880" y="3465576"/>
            <a:ext cx="19110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Marca liberar acesso,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9362A"/>
                </a:solidFill>
              </a:rPr>
              <a:t>gera QR e envia WhatsApp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52578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2F"/>
                </a:solidFill>
              </a:rPr>
              <a:t>Nos dois caminhos, o fiscal confere QR Code ou placa, período da estadia e autorização da pousada na área da Orla.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7061"/>
                </a:solidFill>
              </a:rPr>
              <a:t>SEMOP • Prefeitura de Valença • Fluxo do MVP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Prefeitura de Valença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Fluxos operacionais — Acesso à Orla</dc:title>
  <dc:subject>Fluxos do Acesso à Orla de Guaibim</dc:subject>
  <dc:creator>SEMOP — Prefeitura de Valença</dc:creator>
  <cp:lastModifiedBy>SEMOP — Prefeitura de Valença</cp:lastModifiedBy>
  <cp:revision>1</cp:revision>
  <dcterms:created xsi:type="dcterms:W3CDTF">2026-09-24T15:24:50Z</dcterms:created>
  <dcterms:modified xsi:type="dcterms:W3CDTF">2026-09-24T15:24:50Z</dcterms:modified>
</cp:coreProperties>
</file>